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Treinamento Anti-Phishing TechCorp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Obrigatório para todos os colaboradores</a:t>
            </a:r>
          </a:p>
          <a:p>
            <a:r>
              <a:t>Reciclagem anual + simulações trimestrais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Golpe que usa e-mails, SMS ou ligações falsas para roubar credenciais,</a:t>
            </a:r>
          </a:p>
          <a:p>
            <a:r>
              <a:t>dados ou instalar malware.</a:t>
            </a:r>
          </a:p>
          <a:p>
            <a:r>
              <a:t>91% dos ciberataques começam com um e-mail de phishing.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7 Sinais de um E-mail de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Senso de urgência exagerado ('sua conta será bloqueada HOJE')</a:t>
            </a:r>
          </a:p>
          <a:p>
            <a:r>
              <a:t>2. Remetente estranho ou domínio parecido (techc0rp.com)</a:t>
            </a:r>
          </a:p>
          <a:p>
            <a:r>
              <a:t>3. Erros de português ou formatação</a:t>
            </a:r>
          </a:p>
          <a:p>
            <a:r>
              <a:t>4. Links que não batem com o texto (passe o mouse antes de clicar!)</a:t>
            </a:r>
          </a:p>
          <a:p>
            <a:r>
              <a:t>5. Anexos inesperados (.zip, .exe, .html)</a:t>
            </a:r>
          </a:p>
          <a:p>
            <a:r>
              <a:t>6. Pedido de dados sensíveis ou senha</a:t>
            </a:r>
          </a:p>
          <a:p>
            <a:r>
              <a:t>7. Ofertas boas demais para ser verdade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Recebeu um e-mail suspeito?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clique em links nem abra anexos.</a:t>
            </a:r>
          </a:p>
          <a:p>
            <a:r>
              <a:t>Use o botão 'Reportar Phishing' no Outlook.</a:t>
            </a:r>
          </a:p>
          <a:p>
            <a:r>
              <a:t>Na dúvida, encaminhe para soc@techcorp.com ou ligue no ramal 4500.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Clicou sem querer?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Acontece! O importante é agir rápido:</a:t>
            </a:r>
          </a:p>
          <a:p>
            <a:r>
              <a:t>1. NÃO desligue o computador</a:t>
            </a:r>
          </a:p>
          <a:p>
            <a:r>
              <a:t>2. Desconecte o cabo de rede / Wi-Fi</a:t>
            </a:r>
          </a:p>
          <a:p>
            <a:r>
              <a:t>3. Avise o SOC IMEDIATAMENTE (ramal 4500) — prazo: 15 minutos</a:t>
            </a:r>
          </a:p>
          <a:p>
            <a:r>
              <a:t>4. Não tente resolver sozinho</a:t>
            </a:r>
          </a:p>
          <a:p>
            <a:r>
              <a:t>Reportar rápido NUNCA gera punição. Esconder o incidente, sim.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Simulações Trimestrais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TechCorp envia e-mails de phishing SIMULADOS a cada trimestre.</a:t>
            </a:r>
          </a:p>
          <a:p>
            <a:r>
              <a:t>Quem clicar recebe orientação na hora (sem punição).</a:t>
            </a:r>
          </a:p>
          <a:p>
            <a:r>
              <a:t>Quem clicar 2 vezes no mesmo ano refaz o treinamento completo.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Quiz na plataforma UniTechCorp.</a:t>
            </a:r>
          </a:p>
          <a:p>
            <a:r>
              <a:t>Nota mínima: 85%.</a:t>
            </a:r>
          </a:p>
          <a:p>
            <a:r>
              <a:t>Certificado válido por 12 meses.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